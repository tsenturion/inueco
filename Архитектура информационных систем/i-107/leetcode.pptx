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2" r:id="rId6"/>
    <p:sldId id="260" r:id="rId7"/>
    <p:sldId id="264" r:id="rId8"/>
    <p:sldId id="265" r:id="rId9"/>
    <p:sldId id="267" r:id="rId10"/>
    <p:sldId id="279" r:id="rId11"/>
    <p:sldId id="263" r:id="rId12"/>
    <p:sldId id="268" r:id="rId13"/>
    <p:sldId id="274" r:id="rId14"/>
    <p:sldId id="276" r:id="rId15"/>
    <p:sldId id="269" r:id="rId16"/>
    <p:sldId id="277" r:id="rId17"/>
    <p:sldId id="270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94660"/>
  </p:normalViewPr>
  <p:slideViewPr>
    <p:cSldViewPr snapToGrid="0">
      <p:cViewPr varScale="1">
        <p:scale>
          <a:sx n="96" d="100"/>
          <a:sy n="96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9F11B7-3ACA-93FA-FF79-A9CF6D53A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E4EA2E-2ED0-ED82-4493-BD1A63D98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4D031E-8AE9-D3D6-5FCA-C25B0286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6CD4A0-AC9C-3252-BC73-E5EB3CD1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6A5304-BF56-41D2-918E-A9464D38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980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1CEC1-3C98-B941-897B-BF78EBE0E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738472-D885-4D86-6BA7-D0A42C45E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13B2A6-207B-1BBD-B26C-F8A24379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26589A-5626-3973-C1A0-C766DF6CA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0013EC-85DB-28A6-9770-A560FB8D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008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CA5DFC-73BD-0D82-A073-B9F59F7A5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EB5571-8CAC-DF98-4FEF-EDA0B81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48024A-5E2F-36A5-5747-FF82716B2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A337DB-A742-8E2E-B41B-FA1E46830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5DD53D-87D7-11AE-1A48-D8B2168D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8361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720046-257D-BB01-7DD8-F10B72A6A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0A0BCB-AF63-134C-343A-558431D8EA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53680B-4E98-CC9F-D508-C33542706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07DF4F-7DB9-A501-253A-1EC6FF18C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5F5526-676B-1275-DD10-ED29E5947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C82A36-DA2A-2777-5A64-8F8C8274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5100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ADAF9-D579-3628-8F1E-29C5DE428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176272-2805-B585-8DCF-F1FF971B0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861AE74-7AC7-0F09-5131-EB0B17002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0CDA360-1AE3-E6AC-0E00-4948A3ADB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281AF5F-8A24-038E-BED2-BC4EE12D7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617B7CE-9A50-98DF-F7F6-23816E6C3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AE28CE9-BBE4-8E9F-B7ED-C520C0839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8CD1222-EF9D-30BC-2329-9F5B21FF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05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4FFF42-BA62-1625-D202-F4FDFD041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0DA91EA-B3A3-9919-254E-F65D8745E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3B89F48-62C5-C9E2-FA84-F16FF85AC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DCD22C2-1313-0E7F-8B0D-40B07303C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8754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B5AA9B-583F-0D79-6FD1-9284FEBF4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C969AD2-99A3-F514-4637-65C672343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1D4328-BA88-6AB4-3850-B9F1CDF6D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2457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EAA85-1518-2B48-50D3-9CE96FC18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825CEF-C8FC-E4F8-C3C2-ECF4AAA71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67BE07-4DC0-72C9-9964-45C2EB9D9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2173DD-8E59-36DA-1159-E65478DB8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3C5BA1F-2BE9-B4D9-B78C-92285D4B7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C0AF5B-B9AA-A084-1C2E-EB76B7CDA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236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5ECCFD-6EF5-205A-C6E7-2170870E0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8665689-268E-3A36-F875-E3637FFB2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4DA80B-0145-0AD8-DC1C-393B297F2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83CC88-73E2-4100-481E-06925648D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7BC4A2-6C44-9700-99E7-200414AC2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2BC955-C8ED-08F0-9B4E-3FC60CDC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40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7D434-FFD1-5508-F620-620A2CA3D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3D4B11-3C04-CAC7-5845-F1BADF741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E3D514-2D10-A94A-DE97-B2280D8C2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52C2D6-3E2F-CECC-90F0-567EAAFF6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15041-699E-E170-7473-51906415C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971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75CD0A7-0D7F-8B46-0B21-8CECB0DEF9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E93F4E1-A4D9-A8C5-399D-CF52487B2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4A75BA-11C4-81B1-7E7F-B7CED0857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F6ED7A-7862-16FF-5612-FFC97C03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FD9333-5D10-25D3-FE5C-C773F75D7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24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6F1E2-92CE-E007-B4A5-D3DBB7DB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103240-687C-A894-D306-EE7F63713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9AB77F-2B7B-FADE-FC35-7A31622229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F4146-766F-48AC-815F-D179D6816E19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609D78-8ADF-B321-5E17-209F073A0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DCA645-39AD-47CE-543A-82E734D5C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6935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hromewebstore.google.com/detail/leetcode-to-russian/omcekcjkhekdifemjbknfbijiabbjhmm?hl=ru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E4DAB1-387B-2901-12B9-ADBA349E6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Регистрация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BC72276-6237-8479-325A-AE851B5266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271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6175A-6B12-E03B-07AD-91B44F6E3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C3147-3F7C-E56A-6A9E-E695D87FB1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1F52DBB-E6F7-C68E-494C-9DCD5275AD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2DEC09-60D2-C0AE-70A8-C0CC2E48F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56" y="0"/>
            <a:ext cx="115018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248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C12BF-4ABB-754C-4D86-B726609E4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D0289DC-3E42-A174-AC2C-7B9CB20F9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46" y="0"/>
            <a:ext cx="115321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67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E75CD-E51E-DD18-8E19-710283EC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1CDF253-16A8-E2EA-1FD1-BEFBFAAFB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22" y="0"/>
            <a:ext cx="115139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191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65BCC-F292-A344-FEC9-7EF301220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05BE2F-EC75-88AF-4FF5-E20A8007C871}"/>
              </a:ext>
            </a:extLst>
          </p:cNvPr>
          <p:cNvSpPr txBox="1"/>
          <p:nvPr/>
        </p:nvSpPr>
        <p:spPr>
          <a:xfrm>
            <a:off x="115544" y="94926"/>
            <a:ext cx="126164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Рекомендую поставить</a:t>
            </a:r>
          </a:p>
          <a:p>
            <a:r>
              <a:rPr lang="en-US" dirty="0">
                <a:hlinkClick r:id="rId2"/>
              </a:rPr>
              <a:t>https://chromewebstore.google.com/detail/leetcode-to-russian/omcekcjkhekdifemjbknfbijiabbjhmm?hl=ru</a:t>
            </a:r>
            <a:endParaRPr lang="ru-RU" dirty="0"/>
          </a:p>
          <a:p>
            <a:r>
              <a:rPr lang="ru-RU" dirty="0"/>
              <a:t>Часть заданий будет переведена на русский язык</a:t>
            </a:r>
            <a:endParaRPr lang="en-US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92CDAD-CC11-0976-9860-FF122F919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78" y="1223768"/>
            <a:ext cx="9790043" cy="537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241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98062-4500-7248-4558-13D8AFE0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58F09-3D44-8B3C-98C6-20644DF923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Как выполнять</a:t>
            </a:r>
          </a:p>
        </p:txBody>
      </p:sp>
    </p:spTree>
    <p:extLst>
      <p:ext uri="{BB962C8B-B14F-4D97-AF65-F5344CB8AC3E}">
        <p14:creationId xmlns:p14="http://schemas.microsoft.com/office/powerpoint/2010/main" val="964708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16A06-659B-85D0-0052-14F2FEA1C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программное обеспечение, Значок на компьютер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E153F73-C036-7932-65BC-B20C4B596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83" y="467338"/>
            <a:ext cx="10751902" cy="63906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39ECE4-D8DC-547B-CBEE-1EF91BE23804}"/>
              </a:ext>
            </a:extLst>
          </p:cNvPr>
          <p:cNvSpPr txBox="1"/>
          <p:nvPr/>
        </p:nvSpPr>
        <p:spPr>
          <a:xfrm>
            <a:off x="115544" y="94926"/>
            <a:ext cx="12616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Главный экран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8881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DD3D1-100E-2A23-BBD1-0B8730125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8CB76EB-2424-766F-C1B5-513F4A029279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Условие задания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452C16C-EB04-1F91-E1C5-6ABEABE9A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542" y="523268"/>
            <a:ext cx="10635435" cy="633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080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5F76D-4E6B-F418-AAC4-7432A7DFC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DCD9AF0-2B9B-5FBA-7BF4-B037E0063433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Выберите язык, на котором будете писать решение. У нас </a:t>
            </a:r>
            <a:r>
              <a:rPr lang="en-US" dirty="0"/>
              <a:t>python3</a:t>
            </a:r>
            <a:endParaRPr lang="ru-RU" dirty="0"/>
          </a:p>
        </p:txBody>
      </p:sp>
      <p:pic>
        <p:nvPicPr>
          <p:cNvPr id="4" name="Рисунок 3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35195BC-6DED-1519-5F2E-DEB5BB14B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116" y="566212"/>
            <a:ext cx="10568883" cy="629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637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42F54-EF0D-E730-3AA4-E83867E6C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3E00CF-8583-157B-49E3-400784FDD9D8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Напишите решение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B571FE-DC1C-13B2-A9BF-FCB940A15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874" y="603292"/>
            <a:ext cx="10556468" cy="625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19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E4B43-179F-FDE6-516C-F9AC6B72F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7224B23-A5F1-2D9C-534E-CDA06796EEB1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Данные, на которых будет проверяться ваше решение (часть)</a:t>
            </a:r>
          </a:p>
        </p:txBody>
      </p:sp>
      <p:pic>
        <p:nvPicPr>
          <p:cNvPr id="11" name="Рисунок 10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10511F-9754-F5EE-93D7-E72A5E7DC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70" y="615040"/>
            <a:ext cx="10470373" cy="624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74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B707E-9408-8804-4120-92B61BB8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6A033AF-A260-F456-65D5-33429A15C9D2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Кнопка, чтобы проверить ваше решение на тех тестах, которые вы видите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788DB6-FC3B-0775-B095-C20A10CFD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177" y="569330"/>
            <a:ext cx="10597021" cy="628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050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BEEC3-5604-14D3-5256-518E05924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5B2CD02-43EE-70AB-FF95-9DF758D3543C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Если, после нажатия, вы видите </a:t>
            </a:r>
            <a:r>
              <a:rPr lang="en-US" dirty="0"/>
              <a:t>Wrong Answer, </a:t>
            </a:r>
            <a:r>
              <a:rPr lang="ru-RU" dirty="0"/>
              <a:t>значит ваше решение некорректно</a:t>
            </a:r>
          </a:p>
        </p:txBody>
      </p:sp>
      <p:pic>
        <p:nvPicPr>
          <p:cNvPr id="4" name="Рисунок 3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1E8E86A-DA66-54E2-1709-BD94CEEB4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904" y="586921"/>
            <a:ext cx="10534096" cy="627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28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892ED-7C4E-5420-7637-6B4090778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7B8617F-6B38-AB3E-A2A4-5137CD4AB978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 </a:t>
            </a:r>
            <a:r>
              <a:rPr lang="en-US" dirty="0"/>
              <a:t>Accepted</a:t>
            </a:r>
            <a:r>
              <a:rPr lang="ru-RU" dirty="0"/>
              <a:t> можете переходить к следующему этапу</a:t>
            </a:r>
          </a:p>
        </p:txBody>
      </p:sp>
      <p:pic>
        <p:nvPicPr>
          <p:cNvPr id="3" name="Рисунок 2" descr="Изображение выглядит как текст, программное обеспечение, Значок на компьютер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7AD752-9880-BF32-AC43-4CD348585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9" y="620934"/>
            <a:ext cx="10493485" cy="623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37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1583A-F7B3-6FF8-486A-809D6C469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4E37966-871A-055B-D16D-8C442DB121E8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Кнопка, чтобы отправить решение на проверку на всех существующих тестах</a:t>
            </a:r>
          </a:p>
        </p:txBody>
      </p:sp>
      <p:pic>
        <p:nvPicPr>
          <p:cNvPr id="4" name="Рисунок 3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429F29-F797-4A61-9E42-4342AE4A3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752" y="597260"/>
            <a:ext cx="10500191" cy="626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242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A5C65-2CD6-8BFE-EFE8-7F7F22CA3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991AC2E-3B85-548F-16B9-E7D9D5C1057E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Если, после нажатия, вы видите </a:t>
            </a:r>
            <a:r>
              <a:rPr lang="en-US" dirty="0"/>
              <a:t>Wrong Answer, </a:t>
            </a:r>
            <a:r>
              <a:rPr lang="ru-RU" dirty="0"/>
              <a:t>значит ваше решение некорректно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400CE5-2113-D2A3-5942-E798DBB38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113" y="672550"/>
            <a:ext cx="10423086" cy="618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90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4C05A-74C2-E051-7C1C-00FC449E7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3CF9A8E-DD77-9349-66E4-45BE126AA024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Если, после проверки, вы видите </a:t>
            </a:r>
            <a:r>
              <a:rPr lang="en-US" dirty="0"/>
              <a:t>Accepted, </a:t>
            </a:r>
            <a:r>
              <a:rPr lang="ru-RU" dirty="0"/>
              <a:t>значит вы выполнили задание</a:t>
            </a:r>
          </a:p>
        </p:txBody>
      </p:sp>
      <p:pic>
        <p:nvPicPr>
          <p:cNvPr id="3" name="Рисунок 2" descr="Изображение выглядит как текст, программное обеспечение, Значок на компьютер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CF6EBDF-0644-265B-8F0A-705877E3E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752" y="615070"/>
            <a:ext cx="10536590" cy="624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2390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130</Words>
  <Application>Microsoft Office PowerPoint</Application>
  <PresentationFormat>Широкоэкранный</PresentationFormat>
  <Paragraphs>16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Регистрация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Как выполнять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Ефимов Матвей Александрович</dc:creator>
  <cp:lastModifiedBy>Ефимов Матвей Александрович</cp:lastModifiedBy>
  <cp:revision>6</cp:revision>
  <dcterms:created xsi:type="dcterms:W3CDTF">2026-02-05T07:07:01Z</dcterms:created>
  <dcterms:modified xsi:type="dcterms:W3CDTF">2026-03-13T06:05:23Z</dcterms:modified>
</cp:coreProperties>
</file>